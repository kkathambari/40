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AIVA: Technical Architecture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Document Ingestion, Hybrid RAG &amp; Knowledge Graph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Milestones &amp;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RAG fuses ChromaDB dense embeddings with Okapi BM25 sparse index.</a:t>
            </a:r>
          </a:p>
          <a:p>
            <a:r>
              <a:t>Reciprocal Rank Fusion with k=60 ensures robust rank aggregation.</a:t>
            </a:r>
          </a:p>
          <a:p>
            <a:r>
              <a:t>Gemini-powered Knowledge Graph constructs entity-relation networks rendered via PyVis.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